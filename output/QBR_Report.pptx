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142A4D"/>
                </a:solidFill>
              </a:rPr>
              <a:t>Wendy Wu Tours | Quarterly PPC Performance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A5A5A"/>
                </a:solidFill>
              </a:rPr>
              <a:t>Q4 2025 (Oct - Dec 2025) | Summon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Overall Performance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Nov delivered the lowest CPL of the quarter (£28.40), while Oct had the highest CVR (4.17%).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Quarter total: 3,575 leads from £120,047.00 spend at a blended CPL of £33.58.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+42.37% and spend +17.27%.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Brand generated the highest share of leads (45.9%).</a:t>
            </a:r>
          </a:p>
        </p:txBody>
      </p:sp>
      <p:pic>
        <p:nvPicPr>
          <p:cNvPr id="8" name="Picture 7" descr="overall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overall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Overall Quarter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Overall generated 3,575 leads from £120,047.00 with a quarter CPL of £33.58.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Nov (£28.40 CPL), while Dec was highest at £45.83.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+42.37%, spend +17.27%.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1,225,562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36,494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£46,394.79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4.17%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1,219,769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29,233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£33,318.85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1,173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£28.40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4.01%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1,457,076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35,434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£40,333.36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£45.83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2.48%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3,902,407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101,161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2.59%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£1.19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£120,047.00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3,575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£33.58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3.53%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Campaign Type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(60.5%).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Brand delivered the largest share of leads (45.9%).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Spend and lead mix are concentrated in different campaign types, indicating different efficiency profiles.</a:t>
            </a:r>
          </a:p>
        </p:txBody>
      </p:sp>
      <p:pic>
        <p:nvPicPr>
          <p:cNvPr id="8" name="Picture 7" descr="overall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overall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Brand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generated 1,641 leads from £13,712.86 with a quarter CPL of £8.36.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Oct (£7.38 CPL), while Dec was highest at £9.84.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+84.18%, spend +42.32%.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14,338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7,651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53.36%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£4,457.11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£7.38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7.89%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13,767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7,839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56.94%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£4,522.25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7.09%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13,332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7,562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56.72%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£4,733.50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6.36%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41,437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23,052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55.63%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£0.59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£13,712.86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1,641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£8.36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7.12%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Brand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generated 1,641 leads from £13,712.86 with a quarter CPL of £8.36.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Oct (£7.38 CPL), while Dec was highest at £9.84.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+84.18%, spend +42.32%.</a:t>
            </a:r>
          </a:p>
        </p:txBody>
      </p:sp>
      <p:pic>
        <p:nvPicPr>
          <p:cNvPr id="8" name="Picture 7" descr="campaign_brand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brand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Generic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generated 902 leads from £72,667.69 with a quarter CPL of £80.56.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Oct (£70.43 CPL), while Dec was highest at £111.34.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+34.43%, spend -12.71%.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245,738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15,294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£29,438.53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£70.43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2.73%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187,620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10,313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£19,513.55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£72.01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2.63%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214,428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12,086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£23,715.61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£111.34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1.76%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647,786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37,693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5.82%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£1.93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£72,667.69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902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£80.56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2.39%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Generic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generated 902 leads from £72,667.69 with a quarter CPL of £80.56.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Oct (£70.43 CPL), while Dec was highest at £111.34.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+34.43%, spend -12.71%.</a:t>
            </a:r>
          </a:p>
        </p:txBody>
      </p:sp>
      <p:pic>
        <p:nvPicPr>
          <p:cNvPr id="8" name="Picture 7" descr="campaign_generic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generic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Performance Max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Performance Max generated 794 leads from £17,838.92 with a quarter CPL of £22.47.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Nov (£18.34 CPL), while Dec was highest at £40.79.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+1.02%, spend +88.08%.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171,951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6,335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£7,292.58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£19.04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6.05%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203,245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4,998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2.46%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£5,080.28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£18.34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5.54%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342,860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6,414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£5,466.06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2.09%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718,056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17,747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2.47%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£1.01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£17,838.92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794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£22.47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4.47%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Performance Max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Performance Max generated 794 leads from £17,838.92 with a quarter CPL of £22.47.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Nov (£18.34 CPL), while Dec was highest at £40.79.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+1.02%, spend +88.08%.</a:t>
            </a:r>
          </a:p>
        </p:txBody>
      </p:sp>
      <p:pic>
        <p:nvPicPr>
          <p:cNvPr id="8" name="Picture 7" descr="campaign_performance_max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performance_max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Demand Gen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Demand Gen generated 179 leads from £15,827.53 with a quarter CPL of £88.42.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Oct (£63.49 CPL), while Dec was highest at £139.53.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793,535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7,214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£5,206.57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£63.49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1.14%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815,137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6,083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£4,202.76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£82.41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0.84%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886,456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9,372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£6,418.20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£139.53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0.49%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2,495,128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22,669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0.91%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£0.70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£15,827.53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179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£88.42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0.79%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Demand Gen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Demand Gen generated 179 leads from £15,827.53 with a quarter CPL of £88.42.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Oct (£63.49 CPL), while Dec was highest at £139.53.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pic>
        <p:nvPicPr>
          <p:cNvPr id="8" name="Picture 7" descr="campaign_demand_gen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demand_gen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China generated 456 leads from £29,049.33 with a quarter CPL of £63.70.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Nov (£50.27 CPL), while Dec was highest at £92.90.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+92.41%, spend +82.05%.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463,037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7,125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£10,702.74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£57.54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2.61%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489,968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7,037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£7,942.00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2.25%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376,503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7,390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£10,404.60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£92.90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1.52%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1,329,508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21,552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1.62%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£1.35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£29,049.33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456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£63.70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2.12%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China generated 456 leads from £29,049.33 with a quarter CPL of £63.70.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Nov (£50.27 CPL), while Dec was highest at £92.90.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+92.41%, spend +82.05%.</a:t>
            </a:r>
          </a:p>
        </p:txBody>
      </p:sp>
      <p:pic>
        <p:nvPicPr>
          <p:cNvPr id="8" name="Picture 7" descr="destination_china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china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(70.9%).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Generic delivered the largest share of leads (53.1%).</a:t>
            </a:r>
          </a:p>
        </p:txBody>
      </p:sp>
      <p:pic>
        <p:nvPicPr>
          <p:cNvPr id="8" name="Picture 7" descr="destination_china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china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Japan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Japan generated 572 leads from £36,147.00 with a quarter CPL of £63.19.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Oct (£46.28 CPL), while Dec was highest at £135.01.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+0.88%, spend +9.12%.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384,790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9,533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£14,576.69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£46.28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3.30%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448,446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5,852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£8,744.31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£53.98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2.77%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462,064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9,289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£12,826.00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£135.01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1.02%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1,295,300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24,674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1.90%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£1.46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£36,147.00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572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£63.19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2.32%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Japan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Japan generated 572 leads from £36,147.00 with a quarter CPL of £63.19.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Oct (£46.28 CPL), while Dec was highest at £135.01.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+0.88%, spend +9.12%.</a:t>
            </a:r>
          </a:p>
        </p:txBody>
      </p:sp>
      <p:pic>
        <p:nvPicPr>
          <p:cNvPr id="8" name="Picture 7" descr="destination_japan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japan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Japan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(69.9%).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Generic delivered the largest share of leads (55.9%).</a:t>
            </a:r>
          </a:p>
        </p:txBody>
      </p:sp>
      <p:pic>
        <p:nvPicPr>
          <p:cNvPr id="8" name="Picture 7" descr="destination_japan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japan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SE Asia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SE Asia generated 419 leads from £16,559.51 with a quarter CPL of £39.52.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Nov (£30.09 CPL), while Dec was highest at £62.57.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+35.60%, spend -2.69%.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156,797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4,980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£7,030.78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£36.43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3.88%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124,193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3,386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£4,272.55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4.19%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348,109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5,216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£5,256.18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£62.57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1.61%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629,099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13,582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2.16%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£1.22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£16,559.51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419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£39.52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3.08%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SE Asia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SE Asia generated 419 leads from £16,559.51 with a quarter CPL of £39.52.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Nov (£30.09 CPL), while Dec was highest at £62.57.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+35.60%, spend -2.69%.</a:t>
            </a:r>
          </a:p>
        </p:txBody>
      </p:sp>
      <p:pic>
        <p:nvPicPr>
          <p:cNvPr id="8" name="Picture 7" descr="destination_se_asia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se_asia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SE Asia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(46.9%).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Performance Max delivered the largest share of leads (74.9%).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Spend and lead mix are concentrated in different campaign types, indicating different efficiency profiles.</a:t>
            </a:r>
          </a:p>
        </p:txBody>
      </p:sp>
      <p:pic>
        <p:nvPicPr>
          <p:cNvPr id="8" name="Picture 7" descr="destination_se_asia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se_asia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India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India generated 253 leads from £10,408.25 with a quarter CPL of £41.14.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Oct (£34.40 CPL), while Dec was highest at £71.62.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+57.14%, spend +29.38%.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136,304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3,230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£4,162.33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£34.40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3.75%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82,528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£3,023.14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£34.75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4.44%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204,416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2,831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£3,222.79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£71.62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1.59%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423,248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8,019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1.89%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£1.30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£10,408.25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253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£41.14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3.16%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India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India generated 253 leads from £10,408.25 with a quarter CPL of £41.14.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Oct (£34.40 CPL), while Dec was highest at £71.62.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+57.14%, spend +29.38%.</a:t>
            </a:r>
          </a:p>
        </p:txBody>
      </p:sp>
      <p:pic>
        <p:nvPicPr>
          <p:cNvPr id="8" name="Picture 7" descr="destination_india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india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India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(47.0%).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Performance Max delivered the largest share of leads (50.6%).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Spend and lead mix are concentrated in different campaign types, indicating different efficiency profiles.</a:t>
            </a:r>
          </a:p>
        </p:txBody>
      </p:sp>
      <p:pic>
        <p:nvPicPr>
          <p:cNvPr id="8" name="Picture 7" descr="destination_india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india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