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142A4D"/>
                </a:solidFill>
              </a:rPr>
              <a:t>Wendy Wu Tours | Quarterly PPC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Q1 2025 (Jan - Mar 2025) | Summon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Performance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Jan delivered the lowest CPL of the quarter (£5.33), while Jan had the highest CVR (12.50%).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Quarter total: 15 leads from £80.00 spend at a blended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generated the highest share of leads (100.0%).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Quarter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Overall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£2,500.00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£5.33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12.50%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£2,500.00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Campaign Type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represented the largest share of spend (100.0%).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(100.0%).</a:t>
            </a:r>
          </a:p>
        </p:txBody>
      </p:sp>
      <p:pic>
        <p:nvPicPr>
          <p:cNvPr id="8" name="Picture 7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£2,500.00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£5.33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12.50%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£2,500.00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£2,500.00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£5.33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12.50%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£2,500.00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represented the largest share of spend (100.0%).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(100.0%).</a:t>
            </a:r>
          </a:p>
        </p:txBody>
      </p:sp>
      <p:pic>
        <p:nvPicPr>
          <p:cNvPr id="8" name="Picture 7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