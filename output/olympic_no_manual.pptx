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Olympic Holidays | Feb 2025 to Mar 2026</a:t>
            </a:r>
          </a:p>
        </p:txBody>
      </p:sp>
      <p:pic>
        <p:nvPicPr>
          <p:cNvPr id="4" name="Picture 3" descr="executive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Revenue declined across the review period, while efficiency weakened as CPA moved 12.9% from the starting month.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Best revenue month was May 2025 at £221,159.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YoY revenue for matched months is down 59.9% versus 2025.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End-period efficiency did not materially deteriorate versus the previous month.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Overall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Olympic Holidays | Feb 2025 to Mar 2026</a:t>
            </a:r>
          </a:p>
        </p:txBody>
      </p:sp>
      <p:pic>
        <p:nvPicPr>
          <p:cNvPr id="4" name="Picture 3" descr="overall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Revenue fell 64.7% from Feb 2025 to Mar 2026.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CPA worsened 12.9% over the same period, linking spend to lower output efficiency.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Spend decreased 55.9%, helping explain the gap between investment and returned revenue.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YoY matched-month revenue moved -59.9% while CPA moved 74.9%.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End of Period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Latest months focus</a:t>
            </a:r>
          </a:p>
        </p:txBody>
      </p:sp>
      <p:pic>
        <p:nvPicPr>
          <p:cNvPr id="4" name="Picture 3" descr="end_of_peri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Mar 2026 revenue was £45,555, versus £81,535 in Feb 2026.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CPA fell from £604 to £442 across the closing months.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Purchases moved from 45.3 to 26.6 over the same period.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Channel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Cost share, revenue share and efficiency</a:t>
            </a:r>
          </a:p>
        </p:txBody>
      </p:sp>
      <p:pic>
        <p:nvPicPr>
          <p:cNvPr id="4" name="Picture 3" descr="channel_cos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3931920" cy="3474720"/>
          </a:xfrm>
          <a:prstGeom prst="rect">
            <a:avLst/>
          </a:prstGeom>
        </p:spPr>
      </p:pic>
      <p:pic>
        <p:nvPicPr>
          <p:cNvPr id="5" name="Picture 4" descr="channel_revenue_sh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234440"/>
            <a:ext cx="393192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280160"/>
            <a:ext cx="2743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Brand is the strongest channel, delivering 72.8% of revenue at £43 CPA.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Demand Gen is the weakest budget allocation, taking 4.4% of cost while running at £4,777 CPA.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Generic carries the largest cost share at 73.0%, so budget discipline there has the biggest account impact.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Budget efficiency is strongest where revenue share materially exceeds cost share, and weakest where cost concentration is not matched by returns.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2A4D"/>
                </a:solidFill>
              </a:rPr>
              <a:t>Add to Cart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A5A5A"/>
                </a:solidFill>
              </a:rPr>
              <a:t>Intent generation and CPATC trend</a:t>
            </a:r>
          </a:p>
        </p:txBody>
      </p:sp>
      <p:pic>
        <p:nvPicPr>
          <p:cNvPr id="4" name="Picture 3" descr="atc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58368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52360" y="1325880"/>
            <a:ext cx="38404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Add-to-cart volume declined 77.3% from Feb 2025 to Mar 2026.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CPATC rose 94.7% across the same period.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Both add-to-cart volume and revenue decreased in the latest period.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</a:defRPr>
            </a:pPr>
            <a:r>
              <a:t>Purchases totalled 1171.1 across the period covered by the add-to-cart 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