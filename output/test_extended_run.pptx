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2025 (Jan - Mar 2025)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Jan delivered the lowest CPL of the quarter (£5.33), while Jan had the highest CVR (12.50%).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15 leads from £80.00 spend at a blended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generated the highest share of leads (100.0%).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represented the largest share of spend (100.0%).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(100.0%).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(£5.33 CPL), while Jan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represented the largest share of spend (100.0%).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(100.0%).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Auction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Brand coverage is very strong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2025 (Jan - Mar 2025)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928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62"/>
                <a:gridCol w="1613262"/>
                <a:gridCol w="1613262"/>
                <a:gridCol w="1613262"/>
                <a:gridCol w="1613262"/>
                <a:gridCol w="1613262"/>
                <a:gridCol w="1613268"/>
              </a:tblGrid>
              <a:tr h="612648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Domain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Overlap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Position Above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Top of Page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Absolute Top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Outranking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distantjourneys.co.uk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6.0%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wendywu.co.uk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0.0%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travelclubelite.com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12.0%</a:t>
                      </a:r>
                    </a:p>
                  </a:txBody>
                  <a:tcPr/>
                </a:tc>
              </a:tr>
              <a:tr h="612648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riviera.co.uk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6984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travelclubelite.com, riviera.co.uk and distantjourneys.co.uk are the closest competitors based on overlap rate.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Our impression share is 72.40% in the latest Auction Insights export.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travelclubelite.com, riviera.co.uk and distantjourneys.co.uk are strongest on impression share among competitors in the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Recommendations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2025 (Jan - Mar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Competitive defence: </a:t>
            </a:r>
            <a:r>
              <a:rPr sz="1600">
                <a:solidFill>
                  <a:srgbClr val="2D2D2D"/>
                </a:solidFill>
              </a:rPr>
              <a:t>Monitor overlap from travelclubelite.com, riviera.co.uk and protect impression share on the most valuable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