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2025 (Jan - Mar 2025)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Jan delivered the lowest CPL of the quarter (£5.33), while Jan had the highest CVR (12.50%).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15 leads from £80.00 spend at a blended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(100.0%).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Next quarter focus: </a:t>
            </a:r>
            <a:r>
              <a:rPr sz="1600">
                <a:solidFill>
                  <a:srgbClr val="2D2D2D"/>
                </a:solidFill>
              </a:rPr>
              <a:t>Keep optimising toward the strongest lead-quality signals and use quarterly tests to improve efficiency before scaling further.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