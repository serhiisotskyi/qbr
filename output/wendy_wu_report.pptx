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(£34.66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4,722 leads from £190,773.79 spend at a blended CPL of £40.40.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+34.00% and spend +27.16%.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(58.5%).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4,722 leads from £190,773.79 with a quarter CPL of £40.40.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(£34.66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+34.00%, spend +27.16%.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4,733,048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79,502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£100,208.74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4,790,487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59,192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£73,305.47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1,322,401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£17,259.59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10,845,936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154,951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£190,773.79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4,722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£40.40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(65.1%).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(58.5%).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2,764 leads from £10,042.30 with a quarter CPL of £3.63.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(£2.88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+302.33%, spend +16.11%.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£5,737.22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£3,384.96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£920.12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57,910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29,965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51.74%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£10,042.30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2,764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2,764 leads from £10,042.30 with a quarter CPL of £3.63.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(£2.88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+302.33%, spend +16.11%.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1,112 leads from £124,147.15 with a quarter CPL of £111.64.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(£98.95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-1.68%, spend +5.61%.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404,712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£65,788.14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354,493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£47,474.65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154,992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£10,884.36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914,197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47,215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5.16%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£124,147.15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1,112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£111.64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2.36%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1,112 leads from £124,147.15 with a quarter CPL of £111.64.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(£98.95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-1.68%, spend +5.61%.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524 leads from £31,672.69 with a quarter CPL of £60.44.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Mar was highest at £72.07.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-64.06%, spend +43.99%.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1,525,966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£15,223.55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2,813,840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£13,350.29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571,869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£3,098.86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4,911,675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36,834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£0.86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£31,672.69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524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£60.44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524 leads from £31,672.69 with a quarter CPL of £60.44.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Mar was highest at £72.07.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-64.06%, spend +43.99%.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257 leads from £24,911.65 with a quarter CPL of £96.93.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£130.90.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+729.03%, spend +1267.38%.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2,773,009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£13,459.83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1,599,600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£9,095.57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589,545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£2,356.26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4,962,154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40,937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£24,911.65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£96.93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0.63%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257 leads from £24,911.65 with a quarter CPL of £96.93.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£130.90.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+729.03%, spend +1267.38%.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65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65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649 leads from £60,307.34 with a quarter CPL of £92.92.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-20.07%, spend +109.19%.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1,872,295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£35,382.89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£19,195.21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494,029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£5,729.23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£77.42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3,067,519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39,408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£60,307.34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649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£92.92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649 leads from £60,307.34 with a quarter CPL of £92.92.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-20.07%, spend +109.19%.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(68.6%).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(52.1%).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597 leads from £55,262.22 with a quarter CPL of £92.57.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(£88.00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-21.03%, spend +6.47%.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1,375,199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21,412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£32,104.77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1,222,264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12,209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£19,285.56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355,816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£3,871.90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2,953,279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36,295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£55,262.22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£92.57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597 leads from £55,262.22 with a quarter CPL of £92.57.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(£88.00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-21.03%, spend +6.47%.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(70.4%).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(60.6%).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242 leads from £25,322.38 with a quarter CPL of £104.64.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Mar was highest at £111.46.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-40.69%, spend +1.00%.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775,452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£12,799.91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971,734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£9,847.36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166,502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£2,675.11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1,913,688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20,507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£25,322.38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£104.64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1.18%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242 leads from £25,322.38 with a quarter CPL of £104.64.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Mar was highest at £111.46.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-40.69%, spend +1.00%.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(57.1%).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(49.2%).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200 leads from £19,592.43 with a quarter CPL of £97.96.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£135.00.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-48.72%, spend +0.90%.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451,624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£7,524.19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1.91%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1,357,405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£9,908.31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98,163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£2,159.93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1,907,192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13,448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£19,592.43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£97.96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200 leads from £19,592.43 with a quarter CPL of £97.96.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£135.00.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-48.72%, spend +0.90%.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(57.9%).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(52.0%).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3,034 leads from £30,289.42 with a quarter CPL of £9.98.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+162.00%, spend +22.14%.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258,478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20,179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£12,396.98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537,889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£15,069.02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207,891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£2,823.42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6.34%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1,004,258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45,293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4.51%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£30,289.42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3,034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£9.98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6.70%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3,034 leads from £30,289.42 with a quarter CPL of £9.98.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+162.00%, spend +22.14%.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(59.6%).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(91.1%).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getyourguide.com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11.0%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tui.co.uk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11.1%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greatrail.com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10.6%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exoticca.com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10.2%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saga.co.uk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10.3%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loveholidays.com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audleytravel.com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8.0%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distantjourneys.co.uk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audleytravel.com, distantjourneys.co.uk and exoticca.com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audleytravel.com, distantjourneys.co.uk and you are strongest on impression share among competitors in the file.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tui.co.uk, getyourguide.com and loveholidays.com show the strongest outranking presence where that metric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Other where efficiency is strongest.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audleytravel.com, distantjourneys.co.uk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