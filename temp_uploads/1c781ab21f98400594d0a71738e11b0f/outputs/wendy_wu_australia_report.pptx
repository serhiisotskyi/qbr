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Australia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2,153 leads from £185,981.45 spend at a blended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 and spend +102.12%.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(37.3%).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2,153 leads from £185,981.45 with a quarter CPL of £86.38.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(£75.27 CPL), while Mar was highest at £98.68.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+161.96%, spend +102.12%.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1,966,769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£63,726.96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1,444,323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£57,823.08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1,938,975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£64,431.41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5,350,067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142,956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2.67%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£185,981.45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2,153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£86.38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1.51%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(55.4%).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(37.3%).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£5,669.97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£4,566.66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£3,930.39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3.43%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45,490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23,163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£14,167.02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803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£17.63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3.47%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803 leads from £14,167.02 with a quarter CPL of £17.63.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(£15.76 CPL), while Jan was highest at £19.58.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+335.87%, spend +184.14%.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105,991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£34,028.47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£31,569.96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2.05%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96,632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£37,454.09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287,945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38,721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13.45%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£2.66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£103,052.52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£152.43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1.75%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676 leads from £103,052.52 with a quarter CPL of £152.43.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(£133.26 CPL), while Mar was highest at £166.75.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+139.06%, spend +40.50%.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316,619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£13,461.88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181,203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£12,859.49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386,808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£13,776.13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884,630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36,263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4.10%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£40,097.50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483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£82.97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1.33%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483 leads from £40,097.50 with a quarter CPL of £82.97.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(£69.39 CPL), while Mar was highest at £102.25.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+350.14%, spend +595.62%.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1,523,311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£10,248.18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£166.47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0.31%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1,161,960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£8,767.27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1,441,375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£9,270.80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0.46%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4,126,646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44,715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£28,286.26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173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£163.90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0.39%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172 leads from £28,286.26 with a quarter CPL of £163.90.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(£144.05 CPL), while Feb was highest at £187.89.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+1166.24%, spend +733.87%.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£318.46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47.78%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5,356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1.76%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£4.02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£378.16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£21.29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17 leads from £378.16 with a quarter CPL of £21.29.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(£0.00 CPL), while Jan was highest at £106.10.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-92.40%, spend -91.64%.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473,851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£15,454.85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493,188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£16,009.25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£179.89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560,143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£17,672.78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£228.61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1,527,182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27,904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1.83%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£49,136.88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£191.67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256 leads from £49,136.88 with a quarter CPL of £191.67.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(£171.61 CPL), while Mar was highest at £228.61.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+99.15%, spend +241.99%.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(58.2%).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(48.9%).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604,419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£21,181.99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363,973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11,449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£18,839.12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536,695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£23,450.31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£145.46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1,505,087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43,422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£63,471.43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£119.77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529 leads from £63,471.43 with a quarter CPL of £119.77.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(£100.66 CPL), while Mar was highest at £145.46.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+455.10%, spend +142.75%.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(69.7%).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(50.3%).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401,907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£9,557.40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221,367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£8,205.99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245,785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£10,322.33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869,059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26,797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3.08%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£1.05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£28,085.72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269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£104.48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268 leads from £28,085.72 with a quarter CPL of £104.48.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(£78.81 CPL), while Mar was highest at £136.63.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+356.96%, spend +145.12%.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(40.8%).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(61.6%).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432,653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£5,283.52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£208.29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323,491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£4,178.12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559,760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£4,903.65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1,315,904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12,165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0.92%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£14,365.29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£146.88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97 leads from £14,365.29 with a quarter CPL of £146.88.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(£116.76 CPL), while Jan was highest at £208.29.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+429.63%, spend +123.80%.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(35.0%).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(35.7%).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£12,249.20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2.89%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£10,590.60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36,592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£8,082.34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132,835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32,668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24.59%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£0.95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£30,922.13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£30.91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3.06%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1,000 leads from £30,922.13 with a quarter CPL of £30.91.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(£27.22 CPL), while Jan was highest at £35.42.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+92.18%, spend -8.04%.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(53.0%).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(80.3%).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Wendy Wu Tours Australia Terms Are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China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chin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webjet.com.au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tripadeal.com.au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tripadvisor.com.au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22.1%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flightcentre.com.au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22.0%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inspiringvacations.com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21.4%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luxuryescapes.com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21.8%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intrepidtravel.com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webjet.com.au, tourradar.com and inspiringvacations.com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you and webjet.com.au are strongest on impression share among competitors in the file.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tripadeal.com.au, tripadvisor.com.au and flightcentre.com.au show the strongest outranking presence where that metric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Brand where efficiency is strongest.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webjet.com.au, tourradar.com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