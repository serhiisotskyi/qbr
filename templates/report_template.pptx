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>{{SLIDE_TYPE:TITLE}}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>{{SLIDE_TYPE:DIVIDER}}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{{TITLE}}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>{{SLIDE_TYPE:TREND}}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{{SUBTITLE}}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577840" cy="310896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A5A5A"/>
                </a:solidFill>
              </a:rPr>
              <a:t>{{CHART_LEFT}}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5303520" cy="310896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A5A5A"/>
                </a:solidFill>
              </a:rPr>
              <a:t>{{CHART_RIGHT}}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A5A5A"/>
                </a:solidFill>
              </a:rPr>
              <a:t>{{BULLETS}}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>{{SLIDE_TYPE:TABLE}}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{{SUBTITLE}}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11338560" cy="32004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A5A5A"/>
                </a:solidFill>
              </a:rPr>
              <a:t>{{TABLE_DATA}}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A5A5A"/>
                </a:solidFill>
              </a:rPr>
              <a:t>{{BULLETS}}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>{{SLIDE_TYPE:MIX}}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{{SUBTITLE}}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212080" cy="31546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A5A5A"/>
                </a:solidFill>
              </a:rPr>
              <a:t>{{CHART_LEFT}}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31546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A5A5A"/>
                </a:solidFill>
              </a:rPr>
              <a:t>{{CHART_RIGHT}}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A5A5A"/>
                </a:solidFill>
              </a:rPr>
              <a:t>{{BULLETS}}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